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hyperlink" Target="https://docs.openclaw.ai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PPTX Image + Link</a:t>
            </a:r>
          </a:p>
        </p:txBody>
      </p:sp>
      <p:sp>
        <p:nvSpPr>
          <p:cNvPr id="3" name="Text"/>
          <p:cNvSpPr/>
          <p:nvPr/>
        </p:nvSpPr>
        <p:spPr/>
        <p:txBody>
          <a:bodyPr/>
          <a:lstStyle/>
          <a:p>
            <a:r>
              <a:rPr>
                <a:hlinkClick r:id="rId2"/>
              </a:rPr>
              <a:t>OpenClaw Docs</a:t>
            </a:r>
          </a:p>
        </p:txBody>
      </p:sp>
      <p:pic>
        <p:nvPicPr>
          <p:cNvPr id="4" name="image1.png" descr="Tiny ppt image"/>
          <p:cNvPicPr/>
          <p:nvPr/>
        </p:nvPicPr>
        <p:blipFill>
          <a:blip r:embed="rId3"/>
          <a:stretch>
            <a:fillRect/>
          </a:stretch>
        </p:blipFill>
        <p:spPr>
          <a:xfrm>
            <a:off x="100000" y="1000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